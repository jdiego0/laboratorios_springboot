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17"/>
    </p:embeddedFont>
    <p:embeddedFont>
      <p:font typeface="Inter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135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Patrón DTO y Mapeo de Objetos en Java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993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Entidades JPA, Records y MapStruct en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3+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0978"/>
            <a:ext cx="1629966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3468"/>
            <a:ext cx="191705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BACKEND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196926" y="3176215"/>
            <a:ext cx="112409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744" y="3223468"/>
            <a:ext cx="14016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3+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91867" y="3176215"/>
            <a:ext cx="678284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81685" y="3223468"/>
            <a:ext cx="95584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17+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6822" y="278532"/>
            <a:ext cx="5079355" cy="567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Problema: ¿Por qué NO exponer entidades JPA?</a:t>
            </a:r>
            <a:endParaRPr lang="en-US" sz="1750" dirty="0"/>
          </a:p>
        </p:txBody>
      </p:sp>
      <p:sp>
        <p:nvSpPr>
          <p:cNvPr id="4" name="Shape 1"/>
          <p:cNvSpPr/>
          <p:nvPr/>
        </p:nvSpPr>
        <p:spPr>
          <a:xfrm>
            <a:off x="3746822" y="933227"/>
            <a:ext cx="5079355" cy="822350"/>
          </a:xfrm>
          <a:prstGeom prst="roundRect">
            <a:avLst>
              <a:gd name="adj" fmla="val 463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42370" y="1028774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7305" y="1103709"/>
            <a:ext cx="122560" cy="122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42370" y="1359322"/>
            <a:ext cx="1338411" cy="1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Acoplamiento API </a:t>
            </a:r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↔</a:t>
            </a:r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BD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3842370" y="1540892"/>
            <a:ext cx="488826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Cambios en la BD rompen la API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3746822" y="1813694"/>
            <a:ext cx="5079355" cy="817587"/>
          </a:xfrm>
          <a:prstGeom prst="roundRect">
            <a:avLst>
              <a:gd name="adj" fmla="val 46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842370" y="1909242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7305" y="1984177"/>
            <a:ext cx="122560" cy="1225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42370" y="2239789"/>
            <a:ext cx="148292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Datos sensibles expuestos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3842370" y="2416597"/>
            <a:ext cx="488826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Contraseñas y campos internos visibles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3746822" y="2689399"/>
            <a:ext cx="5079355" cy="817587"/>
          </a:xfrm>
          <a:prstGeom prst="roundRect">
            <a:avLst>
              <a:gd name="adj" fmla="val 46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842370" y="2784946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7305" y="2859881"/>
            <a:ext cx="122560" cy="1225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42370" y="3115494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Lazy Loading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3842370" y="3292301"/>
            <a:ext cx="488826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Excepciones en serialización JSON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3746822" y="3565103"/>
            <a:ext cx="5079355" cy="817587"/>
          </a:xfrm>
          <a:prstGeom prst="roundRect">
            <a:avLst>
              <a:gd name="adj" fmla="val 46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842370" y="3660651"/>
            <a:ext cx="272430" cy="272430"/>
          </a:xfrm>
          <a:prstGeom prst="roundRect">
            <a:avLst>
              <a:gd name="adj" fmla="val 20975768"/>
            </a:avLst>
          </a:prstGeom>
          <a:solidFill>
            <a:srgbClr val="4950B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7305" y="3735586"/>
            <a:ext cx="122560" cy="1225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2370" y="3991198"/>
            <a:ext cx="130433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Mantenimiento costoso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3842370" y="4168006"/>
            <a:ext cx="488826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Refactorizar afecta múltiples capas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3746822" y="4448101"/>
            <a:ext cx="5079355" cy="416793"/>
          </a:xfrm>
          <a:prstGeom prst="roundRect">
            <a:avLst>
              <a:gd name="adj" fmla="val 9152"/>
            </a:avLst>
          </a:prstGeom>
          <a:solidFill>
            <a:srgbClr val="FCF2B5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7608" y="4572595"/>
            <a:ext cx="113481" cy="9078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041874" y="4528914"/>
            <a:ext cx="4693518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peligroso:</a:t>
            </a:r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Cliente → Controller → Entidad JPA → Base de Datos. La entidad viaja directamente al cliente.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47886"/>
            <a:ext cx="34476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un DTO?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219" y="986507"/>
            <a:ext cx="5262563" cy="29820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4396" y="2124819"/>
            <a:ext cx="2698998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Transfer Object (DTO)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un objeto que encapsula datos para transmitirlos entre capas. Actúa como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de comunicación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tu API y el cliente.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017" y="4199186"/>
            <a:ext cx="179412" cy="1794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3884" y="419553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Seguridad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833884" y="4442892"/>
            <a:ext cx="227841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se exponen los campos necesarios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3223" y="4199186"/>
            <a:ext cx="179412" cy="1794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27090" y="419553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Desacoplamiento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3627090" y="4442892"/>
            <a:ext cx="227841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BD y la API evolucionan por separado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6429" y="4199186"/>
            <a:ext cx="179412" cy="1794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20296" y="419553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APIs limpias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6420296" y="4442892"/>
            <a:ext cx="227841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JSON predecibles y controladas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22808"/>
            <a:ext cx="33921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Entidad JPA vs DTO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884113"/>
            <a:ext cx="6553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643" y="4651028"/>
            <a:ext cx="85578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entidades JPA pertenecen a la capa de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persistencia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los DTOs a la capa de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Mezclarlas es un anti-patrón arquitectónico.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2253"/>
            <a:ext cx="700132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Records: DTOs Modernos en Java 16+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79600"/>
            <a:ext cx="236547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¿Por qué usar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47577"/>
            <a:ext cx="3902943" cy="10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Inmutabilidad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por diseño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Constructor automático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equals()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hashCode()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toString()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generados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conciso y seguro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267745"/>
            <a:ext cx="3902943" cy="833958"/>
          </a:xfrm>
          <a:prstGeom prst="roundRect">
            <a:avLst>
              <a:gd name="adj" fmla="val 7140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482801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444925"/>
            <a:ext cx="3300487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Java 16,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la forma recomendada de crear DTOs.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167960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de código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49701" y="2060525"/>
            <a:ext cx="3902943" cy="1417588"/>
          </a:xfrm>
          <a:prstGeom prst="roundRect">
            <a:avLst>
              <a:gd name="adj" fmla="val 4200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742631" y="2060525"/>
            <a:ext cx="3917082" cy="1417588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4919811" y="2202284"/>
            <a:ext cx="35627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UsuarioDTO(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id,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nombre,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email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{}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49701" y="363758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 líneas vs ~80 líneas de una clase tradicional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03386"/>
            <a:ext cx="5393382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 Completa: Flujo de Datos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795114"/>
            <a:ext cx="65532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3759" y="4542383"/>
            <a:ext cx="733640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capa tiene una responsabilidad única. Los DTOs circulan entre Controller y Service; las entidades JPA permanecen confinadas en la capa de persistencia.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47290"/>
            <a:ext cx="33921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MapStruct?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969243"/>
            <a:ext cx="5165154" cy="2926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7905" y="2175123"/>
            <a:ext cx="264906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MapStruct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un generador de código que crea automáticamente los mappers entre entidades y DTOs en tiempo de compilación.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355" y="4114726"/>
            <a:ext cx="2649662" cy="6814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6144" y="4246364"/>
            <a:ext cx="1467445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Sin reflexión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96144" y="4492823"/>
            <a:ext cx="2329235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Java nativo generado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9914" y="4114726"/>
            <a:ext cx="2649736" cy="6814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8702" y="4246364"/>
            <a:ext cx="1467445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Tipo seguro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3428702" y="4492823"/>
            <a:ext cx="23293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 detectados en compilación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2547" y="4114726"/>
            <a:ext cx="2649736" cy="6814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61336" y="4246364"/>
            <a:ext cx="1467445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Alto rendimiento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6161336" y="4492823"/>
            <a:ext cx="23293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Equivalente a escribir el mapper a mano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89049"/>
            <a:ext cx="6048375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Creando un Mapper con MapStruct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198587"/>
            <a:ext cx="220682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 del mapper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349" y="1538213"/>
            <a:ext cx="2673028" cy="2470621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50875" y="1538213"/>
            <a:ext cx="2685976" cy="2470621"/>
          </a:xfrm>
          <a:prstGeom prst="roundRect">
            <a:avLst>
              <a:gd name="adj" fmla="val 79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14214" y="1668884"/>
            <a:ext cx="2359298" cy="2209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@Mapper(componentModel = "spring")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UsuarioMapper {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UsuarioDTO toDto(Usuario usuario);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Usuario toEntity(UsuarioDTO dto);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List&lt;UsuarioDTO&gt; toDtoList(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List&lt;Usuario&gt; usuarios);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349" y="4144342"/>
            <a:ext cx="267302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MapStruct genera la implementación automáticamente.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53929" y="1586359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Flujo de conversión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3929" y="1925985"/>
            <a:ext cx="5237411" cy="18959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38431" y="3359112"/>
            <a:ext cx="1312001" cy="16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UsuarioDTO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38431" y="2787662"/>
            <a:ext cx="1625606" cy="16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MapStruct genera código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38431" y="2210382"/>
            <a:ext cx="1312001" cy="16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Entidad JPA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53929" y="3957414"/>
            <a:ext cx="569007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conversión es automática, eficiente y sin código repetitivo.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1568" y="246831"/>
            <a:ext cx="2616919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Real Completo</a:t>
            </a:r>
            <a:endParaRPr lang="en-US" sz="1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25" y="621953"/>
            <a:ext cx="4635475" cy="21214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03610" y="2155818"/>
            <a:ext cx="870262" cy="335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Controller devuelve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06841" y="2155818"/>
            <a:ext cx="870262" cy="335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MapStruct convierte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16034" y="2155818"/>
            <a:ext cx="870262" cy="335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obtiene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501383" y="2155818"/>
            <a:ext cx="870262" cy="335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Controller recibe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91568" y="2802582"/>
            <a:ext cx="6418064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flujo completo desde la petición HTTP hasta la respuesta JSON, con cada capa responsable de su transformación.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591568" y="3025527"/>
            <a:ext cx="1662931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con MapStruct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591568" y="3219599"/>
            <a:ext cx="2875062" cy="1506736"/>
          </a:xfrm>
          <a:prstGeom prst="roundRect">
            <a:avLst>
              <a:gd name="adj" fmla="val 2408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1587252" y="3219599"/>
            <a:ext cx="2883694" cy="1506736"/>
          </a:xfrm>
          <a:prstGeom prst="roundRect">
            <a:avLst>
              <a:gd name="adj" fmla="val 860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1695227" y="3305919"/>
            <a:ext cx="2667744" cy="1334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UsuarioService {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UsuarioRepository repo;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UsuarioMapper mapper;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UsuarioDTO obtener(Long id) {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Usuario u = repo.findById(id)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.orElseThrow();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mapper.toDto(u);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682133" y="3025527"/>
            <a:ext cx="15370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Controller REST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82133" y="3219599"/>
            <a:ext cx="2875062" cy="1617911"/>
          </a:xfrm>
          <a:prstGeom prst="roundRect">
            <a:avLst>
              <a:gd name="adj" fmla="val 2243"/>
            </a:avLst>
          </a:prstGeom>
          <a:solidFill>
            <a:srgbClr val="F2F2F2"/>
          </a:solidFill>
          <a:ln/>
        </p:spPr>
      </p:sp>
      <p:sp>
        <p:nvSpPr>
          <p:cNvPr id="15" name="Shape 12"/>
          <p:cNvSpPr/>
          <p:nvPr/>
        </p:nvSpPr>
        <p:spPr>
          <a:xfrm>
            <a:off x="4677817" y="3219599"/>
            <a:ext cx="2883694" cy="1617911"/>
          </a:xfrm>
          <a:prstGeom prst="roundRect">
            <a:avLst>
              <a:gd name="adj" fmla="val 801"/>
            </a:avLst>
          </a:prstGeom>
          <a:solidFill>
            <a:srgbClr val="F2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4785792" y="3305919"/>
            <a:ext cx="2667744" cy="1445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@RequestMapping("/usuarios")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UsuarioController {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private final UsuarioService service;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@GetMapping("/{id}")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ResponseEntity&lt;UsuarioDTO&gt;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obtener(@PathVariable Long id) {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ResponseEntity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.ok(service.obtener(id));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437906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Buenas Prácticas y Resumen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83944" y="1348457"/>
            <a:ext cx="3590181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"Una arquitectura limpia separa persistencia, lógica de negocio y exposición de datos."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714503" y="1348457"/>
            <a:ext cx="14288" cy="324743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4714503" y="1774403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714503" y="1952030"/>
            <a:ext cx="3759622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4714503" y="2037085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Entidad JPA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14503" y="2303562"/>
            <a:ext cx="37596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para persistencia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714503" y="2640583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14503" y="2818209"/>
            <a:ext cx="3759622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4714503" y="2903265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 DTO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14503" y="3169741"/>
            <a:ext cx="37596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de la API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14503" y="3506763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14503" y="3684389"/>
            <a:ext cx="3759622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3"/>
          <p:cNvSpPr/>
          <p:nvPr/>
        </p:nvSpPr>
        <p:spPr>
          <a:xfrm>
            <a:off x="4714503" y="376944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MapStruct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14503" y="4035921"/>
            <a:ext cx="37596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 automática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2026-06-01T00:47:25Z</dcterms:created>
  <dcterms:modified xsi:type="dcterms:W3CDTF">2026-06-01T00:47:25Z</dcterms:modified>
</cp:coreProperties>
</file>